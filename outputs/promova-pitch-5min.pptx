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dda9eb4c4c42a4" /><Relationship Type="http://schemas.openxmlformats.org/officeDocument/2006/relationships/extended-properties" Target="/docProps/app.xml" Id="Re434f244b5f64bd0" /><Relationship Type="http://schemas.openxmlformats.org/officeDocument/2006/relationships/officeDocument" Target="/ppt/presentation.xml" Id="R6f36c2204727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0f1da5567a472c"/>
  </p:sldMasterIdLst>
  <p:notesMasterIdLst>
    <p:notesMasterId xmlns:r="http://schemas.openxmlformats.org/officeDocument/2006/relationships" r:id="R0eb3e4d79a60441e"/>
  </p:notesMasterIdLst>
  <p:sldIdLst>
    <p:sldId xmlns:r="http://schemas.openxmlformats.org/officeDocument/2006/relationships" id="256" r:id="Rf0f3fc6fc8074690"/>
    <p:sldId xmlns:r="http://schemas.openxmlformats.org/officeDocument/2006/relationships" id="257" r:id="Rf21cf7296fe94288"/>
    <p:sldId xmlns:r="http://schemas.openxmlformats.org/officeDocument/2006/relationships" id="258" r:id="R8d66a9f784164307"/>
    <p:sldId xmlns:r="http://schemas.openxmlformats.org/officeDocument/2006/relationships" id="259" r:id="R8a52143944dc492d"/>
    <p:sldId xmlns:r="http://schemas.openxmlformats.org/officeDocument/2006/relationships" id="260" r:id="Rd81463d9c6704028"/>
    <p:sldId xmlns:r="http://schemas.openxmlformats.org/officeDocument/2006/relationships" id="261" r:id="Ra44e4d0ce4d642e1"/>
    <p:sldId xmlns:r="http://schemas.openxmlformats.org/officeDocument/2006/relationships" id="262" r:id="R7fead4696c184e8d"/>
    <p:sldId xmlns:r="http://schemas.openxmlformats.org/officeDocument/2006/relationships" id="263" r:id="Rab7c6042e07745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f645d0b04048f0" /><Relationship Type="http://schemas.openxmlformats.org/officeDocument/2006/relationships/slideMaster" Target="/ppt/slideMasters/slideMaster1.xml" Id="Re80f1da5567a472c" /><Relationship Type="http://schemas.openxmlformats.org/officeDocument/2006/relationships/notesMaster" Target="/ppt/notesMasters/notesMaster1.xml" Id="R0eb3e4d79a60441e" /><Relationship Type="http://schemas.openxmlformats.org/officeDocument/2006/relationships/presProps" Target="/ppt/presProps.xml" Id="Rc798b4aeb11f488e" /><Relationship Type="http://schemas.openxmlformats.org/officeDocument/2006/relationships/tableStyles" Target="/ppt/tableStyles.xml" Id="R82df6dc8388a417e" /><Relationship Type="http://schemas.openxmlformats.org/officeDocument/2006/relationships/slide" Target="/ppt/slides/slide1.xml" Id="Rf0f3fc6fc8074690" /><Relationship Type="http://schemas.openxmlformats.org/officeDocument/2006/relationships/slide" Target="/ppt/slides/slide2.xml" Id="Rf21cf7296fe94288" /><Relationship Type="http://schemas.openxmlformats.org/officeDocument/2006/relationships/slide" Target="/ppt/slides/slide3.xml" Id="R8d66a9f784164307" /><Relationship Type="http://schemas.openxmlformats.org/officeDocument/2006/relationships/slide" Target="/ppt/slides/slide4.xml" Id="R8a52143944dc492d" /><Relationship Type="http://schemas.openxmlformats.org/officeDocument/2006/relationships/slide" Target="/ppt/slides/slide5.xml" Id="Rd81463d9c6704028" /><Relationship Type="http://schemas.openxmlformats.org/officeDocument/2006/relationships/slide" Target="/ppt/slides/slide6.xml" Id="Ra44e4d0ce4d642e1" /><Relationship Type="http://schemas.openxmlformats.org/officeDocument/2006/relationships/slide" Target="/ppt/slides/slide7.xml" Id="R7fead4696c184e8d" /><Relationship Type="http://schemas.openxmlformats.org/officeDocument/2006/relationships/slide" Target="/ppt/slides/slide8.xml" Id="Rab7c6042e07745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fcae7b898c41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d18ef16b844d20" /><Relationship Type="http://schemas.openxmlformats.org/officeDocument/2006/relationships/notesMaster" Target="/ppt/notesMasters/notesMaster1.xml" Id="R65d5c5ae85f142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62d885919545c1" /><Relationship Type="http://schemas.openxmlformats.org/officeDocument/2006/relationships/notesMaster" Target="/ppt/notesMasters/notesMaster1.xml" Id="R3becacaea6ca44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b0d5641c5c4ad7" /><Relationship Type="http://schemas.openxmlformats.org/officeDocument/2006/relationships/notesMaster" Target="/ppt/notesMasters/notesMaster1.xml" Id="Rd741849dc11942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4c9af0e3384f3a" /><Relationship Type="http://schemas.openxmlformats.org/officeDocument/2006/relationships/notesMaster" Target="/ppt/notesMasters/notesMaster1.xml" Id="R068e4c10f7004e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80dc811c564bdf" /><Relationship Type="http://schemas.openxmlformats.org/officeDocument/2006/relationships/notesMaster" Target="/ppt/notesMasters/notesMaster1.xml" Id="R9996148e3ceb45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a3d5d24d1a40c9" /><Relationship Type="http://schemas.openxmlformats.org/officeDocument/2006/relationships/notesMaster" Target="/ppt/notesMasters/notesMaster1.xml" Id="R7c2580eb4a924e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ec1961582844ae" /><Relationship Type="http://schemas.openxmlformats.org/officeDocument/2006/relationships/notesMaster" Target="/ppt/notesMasters/notesMaster1.xml" Id="R409b9dce8f0c47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ff678c280e4cf4" /><Relationship Type="http://schemas.openxmlformats.org/officeDocument/2006/relationships/notesMaster" Target="/ppt/notesMasters/notesMaster1.xml" Id="R9c94010d81794c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com uma frase direta: o Promova nasceu para tornar conversas de carreira mais justas, transparentes e baseadas em evidências reais.</a:t>
            </a:r>
          </a:p>
          <a:p xmlns:a="http://schemas.openxmlformats.org/drawingml/2006/main">
            <a:r>
              <a:t>Em uma gravação de 5 minutos, não comece explicando tecnologia. Comece pela dor humana: pessoas querem crescer, mas nem sempre sabem quais evidências comprovam esse crescimento.</a:t>
            </a:r>
          </a:p>
          <a:p xmlns:a="http://schemas.openxmlformats.org/drawingml/2006/main">
            <a:r>
              <a:t>Transição: hoje, esse processo ainda depende demais de memória, percepção e coleta manual.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problema com um exemplo: um desenvolvedor pode ter melhorado testes, feito revisões importantes e apoiado colegas, mas essas evidências ficam espalhadas.</a:t>
            </a:r>
          </a:p>
          <a:p xmlns:a="http://schemas.openxmlformats.org/drawingml/2006/main">
            <a:r>
              <a:t>Na hora da avaliação, parte do contexto se perde. Isso prejudica tanto a pessoa avaliada quanto a liderança, que precisa justificar decisões.</a:t>
            </a:r>
          </a:p>
          <a:p xmlns:a="http://schemas.openxmlformats.org/drawingml/2006/main">
            <a:r>
              <a:t>A dor central: falta um sistema contínuo de evidências conectado ao framework de carreira.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vocês mostram que o problema não é só operacional; ele afeta confiança no processo.</a:t>
            </a:r>
          </a:p>
          <a:p xmlns:a="http://schemas.openxmlformats.org/drawingml/2006/main">
            <a:r>
              <a:t>O Promova não tenta substituir a liderança. Ele melhora a qualidade da conversa ao trazer evidências organizadas.</a:t>
            </a:r>
          </a:p>
          <a:p xmlns:a="http://schemas.openxmlformats.org/drawingml/2006/main">
            <a:r>
              <a:t>Transição: a partir dessa oportunidade, nossa solução conecta fontes reais de trabalho a uma análise estruturada.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o fluxo em quatro passos, sem entrar demais em detalhes técnicos.</a:t>
            </a:r>
          </a:p>
          <a:p xmlns:a="http://schemas.openxmlformats.org/drawingml/2006/main">
            <a:r>
              <a:t>O diferencial é que a evidência vem do trabalho real e é lida contra critérios explícitos de carreira, como L3, L4 e L5.</a:t>
            </a:r>
          </a:p>
          <a:p xmlns:a="http://schemas.openxmlformats.org/drawingml/2006/main">
            <a:r>
              <a:t>Reforce que o resultado é revisável: a IA apoia, mas a decisão final continua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é o slide de demonstração. Mostrem o que o usuário vê: uma evidência capturada, a classificação de impacto, competências identificadas e sugestões.</a:t>
            </a:r>
          </a:p>
          <a:p xmlns:a="http://schemas.openxmlformats.org/drawingml/2006/main">
            <a:r>
              <a:t>Citem que o backend já tem endpoints de análise, integração com GitHub, motor mock e opção de análise real via OpenRouter.</a:t>
            </a:r>
          </a:p>
          <a:p xmlns:a="http://schemas.openxmlformats.org/drawingml/2006/main">
            <a:r>
              <a:t>Transição: depois de mostrar o produto, deixem claro para quem ele gera valor.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Aqui o objetivo é mostrar benefício por stakeholder.</a:t>
            </a:r>
          </a:p>
          <a:p xmlns:a="http://schemas.openxmlformats.org/drawingml/2006/main">
            <a:r>
              <a:t>Para a pessoa desenvolvedora, é clareza. Para o gestor, é economia de tempo e melhor justificativa. Para a empresa, é consistência.</a:t>
            </a:r>
          </a:p>
          <a:p xmlns:a="http://schemas.openxmlformats.org/drawingml/2006/main">
            <a:r>
              <a:t>Reforce a frase final como posicionamento: o Promova apoia decisões humanas com evidências mais fortes.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Este slide cobre os elementos clássicos de pitch: mercado inicial, modelo e próximos passos.</a:t>
            </a:r>
          </a:p>
          <a:p xmlns:a="http://schemas.openxmlformats.org/drawingml/2006/main">
            <a:r>
              <a:t>Como ainda é um projeto/protótipo, use linguagem de hipótese: a tese é vender para empresas com times de engenharia que já têm framework de carreira.</a:t>
            </a:r>
          </a:p>
          <a:p xmlns:a="http://schemas.openxmlformats.org/drawingml/2006/main">
            <a:r>
              <a:t>Fechem dizendo que o MVP reduz risco porque valida o fluxo antes de investir em muitas integrações.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Finalize com uma frase memorável: promoção não deveria depender de quem lembra melhor, e sim de evidências consistentes.</a:t>
            </a:r>
          </a:p>
          <a:p xmlns:a="http://schemas.openxmlformats.org/drawingml/2006/main">
            <a:r>
              <a:t>Reforce o pedido: validar com usuários reais, testar o fluxo em squads e entender quais integrações geram mais valor.</a:t>
            </a:r>
          </a:p>
          <a:p xmlns:a="http://schemas.openxmlformats.org/drawingml/2006/main">
            <a:r>
              <a:t>Termine com segurança e deixe espaço para perguntas.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ff8addae346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824c6c2415427c" /><Relationship Type="http://schemas.openxmlformats.org/officeDocument/2006/relationships/slideLayout" Target="/ppt/slideLayouts/slideLayout1.xml" Id="Re8d20d64a2f448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d20d64a2f448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c0a28dabb4aa0" /><Relationship Type="http://schemas.openxmlformats.org/officeDocument/2006/relationships/notesSlide" Target="/ppt/notesSlides/notesSlide1.xml" Id="R413c9a3f88af40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f5c9ba93f413c" /><Relationship Type="http://schemas.openxmlformats.org/officeDocument/2006/relationships/notesSlide" Target="/ppt/notesSlides/notesSlide2.xml" Id="R114a22b003c842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f6b3e06ed45d3" /><Relationship Type="http://schemas.openxmlformats.org/officeDocument/2006/relationships/notesSlide" Target="/ppt/notesSlides/notesSlide3.xml" Id="R8812ea0e483e40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fb65fd375476c" /><Relationship Type="http://schemas.openxmlformats.org/officeDocument/2006/relationships/notesSlide" Target="/ppt/notesSlides/notesSlide4.xml" Id="Rc6f23789b7d945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4ea5cd7204026" /><Relationship Type="http://schemas.openxmlformats.org/officeDocument/2006/relationships/notesSlide" Target="/ppt/notesSlides/notesSlide5.xml" Id="R6c9321d02a8647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a3aa26b374790" /><Relationship Type="http://schemas.openxmlformats.org/officeDocument/2006/relationships/notesSlide" Target="/ppt/notesSlides/notesSlide6.xml" Id="Rc03961d27fec4c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0ce7b51b04d23" /><Relationship Type="http://schemas.openxmlformats.org/officeDocument/2006/relationships/notesSlide" Target="/ppt/notesSlides/notesSlide7.xml" Id="R8d5493d1b4e347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3debf0c2d439a" /><Relationship Type="http://schemas.openxmlformats.org/officeDocument/2006/relationships/notesSlide" Target="/ppt/notesSlides/notesSlide8.xml" Id="R7c4fcd669d3f43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453F27-9DF4-43EB-81C2-38C898A0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4130A-CD71-46E6-9094-66FA42F9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96B30-EF80-4FAF-93A4-B09979D8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143250" cy="4095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22F54-DF4C-4F1A-A80F-2B29D3D5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66850"/>
            <a:ext cx="2286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C4EC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DB5C9-5620-4F76-9A47-5DE7924B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287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Evidência capturada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0F47C-E19A-469E-9073-D8A191ED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66950"/>
            <a:ext cx="228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CAD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28A86-2196-4A7B-8432-7B92AD92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IA + framework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CCE7D-C5C3-40AB-B801-2E9095BA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39090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F5D3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CA5959-613F-48E8-ACC6-75858DA4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Decisão mais justa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45A64-574B-434E-B0D3-0585A41F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Promova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C0325-47B8-4496-B080-87DBF18B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Promoções justas baseadas em evidências reais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C3314-B7CE-4FF0-9226-EBC2DE50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Um pitch de 5 minutos para apresentar o problema, a solução e o caminho de evolução do produto.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A57FE-41D5-49F2-97EF-46415535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Projeto FIAP · Startup</a:t>
            </a:r>
          </a:p>
        </p:txBody>
      </p:sp>
    </p:spTree>
    <p:extLst>
      <p:ext uri="{BB962C8B-B14F-4D97-AF65-F5344CB8AC3E}">
        <p14:creationId xmlns:p14="http://schemas.microsoft.com/office/powerpoint/2010/main" val="616043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F818AE-D9EF-41C9-A586-1D71EF1C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2BC9A-4BE0-4591-9E1C-3F368EE2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Promoções ainda dependem de sinais frágeis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267D8-477F-41D6-B98E-BEF65DA4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Em times de tecnologia, o trabalho acontece em várias ferramentas, mas a decisão de carreira costuma acontecer em uma reunião.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3E543-D197-4C93-9270-D2D49B9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A63AA-AF70-4E04-B02E-D7F4FB3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4B"/>
          </a:solidFill>
          <a:ln xmlns:a="http://schemas.openxmlformats.org/drawingml/2006/main" w="0">
            <a:solidFill>
              <a:srgbClr val="F26A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CBA38-B183-4620-B69C-AED642D4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Coleta manual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B039A-589A-46B9-A6FC-47E08103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Gestores gastam tempo procurando exemplos em PRs, tarefas, mensagens e memória recente.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7A27C-76C2-4511-83AC-251E6020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76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AC87A-BE07-4DB7-A0DB-04683F7B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76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99B5C-3724-4DFC-91D4-DDD02AF8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861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Baixa transparência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79944-2946-40CD-ABB6-D03CD54C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4671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 pessoa não enxerga com clareza o que falta para evoluir de nível.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08063-1B6B-4731-8919-DB8B9A81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7DD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41AC7-FA19-4F10-BEBF-A03202E5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765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E0E25-A927-4776-A978-31293A59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861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Risco de viés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C6333-3F34-4A8D-830A-5E607645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6710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Quando faltam evidências, opinião e lembrança recente pesam mais do que impacto acumulado.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A39EE1-CFE2-4277-B929-3DA48E14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90A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090A0"/>
                </a:solidFill>
                <a:latin typeface="Aptos"/>
                <a:ea typeface="Aptos"/>
                <a:cs typeface="Aptos"/>
              </a:rPr>
              <a:t>Promova · Pitch de 5 minutos · 2/8</a:t>
            </a:r>
          </a:p>
        </p:txBody>
      </p:sp>
    </p:spTree>
    <p:extLst>
      <p:ext uri="{BB962C8B-B14F-4D97-AF65-F5344CB8AC3E}">
        <p14:creationId xmlns:p14="http://schemas.microsoft.com/office/powerpoint/2010/main" val="1877084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4D06A-5983-4404-BCDF-5958CBE6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OPORTUNIDADE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9495F-72A2-4DF0-9793-7502A54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Carreira precisa virar um processo contínuo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64527-6D3C-4366-8A2A-6216AAF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 oportunidade está em transformar sinais do trabalho diário em uma base confiável para conversas de evolução.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FC70B-1B8D-4D9B-8ED5-63ECF953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EF581-6C24-4D11-B6A8-3F5DBEB6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PARA PESSOAS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AE5E1-20FF-413A-AA3B-072FFC88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Clareza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96A4D-FA29-4987-BFCB-CA43F62E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71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Entender o que já foi demonstrado e o que precisa ser reforçado.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94CFD-3AFD-4510-935F-90E310FC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F478C-2C75-480E-AA0E-16FE7FA6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6A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6A4B"/>
                </a:solidFill>
                <a:latin typeface="Aptos"/>
                <a:ea typeface="Aptos"/>
                <a:cs typeface="Aptos"/>
              </a:rPr>
              <a:t>PARA GESTORES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D7554-C98F-433C-8A5A-C49187F2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Tempo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42282-E696-48AC-9F85-4B9FA784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71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Reduzir coleta manual e apoiar decisões com exemplos concretos.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3A327-5E0D-429F-BD68-FD0A522C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8130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B76CAF-AF64-44DE-8549-BFCBD91F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PARA EMPRESAS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5C78E9-3A05-4D5F-A1E6-C7595FC0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2743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Consistência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67773-F996-44D3-8DF9-1DFE15EF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719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Aplicar critérios de carreira com mais padronização entre times.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44A61-1E3C-4D1E-B038-D3857FF9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768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5FA61D-103E-4E2F-AAF4-6D0218A8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Tese: quanto mais cedo a evidência é capturada, menos subjetiva fica a conversa de promoção.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81CE89-C45F-44A5-8D37-18E3C3B6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90A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090A0"/>
                </a:solidFill>
                <a:latin typeface="Aptos"/>
                <a:ea typeface="Aptos"/>
                <a:cs typeface="Aptos"/>
              </a:rPr>
              <a:t>Promova · Pitch de 5 minutos · 3/8</a:t>
            </a:r>
          </a:p>
        </p:txBody>
      </p:sp>
    </p:spTree>
    <p:extLst>
      <p:ext uri="{BB962C8B-B14F-4D97-AF65-F5344CB8AC3E}">
        <p14:creationId xmlns:p14="http://schemas.microsoft.com/office/powerpoint/2010/main" val="127340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1F4AD-C273-462E-8FA4-091ED93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SOLUÇÃO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E0519-212F-4A20-8EC8-0648FDCC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Promova organiza evidências e traduz impacto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70F75-62DF-488F-A2D3-736A6D8B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 plataforma captura sinais do trabalho, compara com o framework de carreira e devolve uma leitura revisável.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24F74-443B-4ACD-BC46-8A89723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22669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6AB73-626B-4623-9B13-51A5EB26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33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0">
            <a:solidFill>
              <a:srgbClr val="00A8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A7FCA0-D23F-45C7-94CB-B1046FAA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200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91FE8-C4E5-492A-A7C2-9F5E2DA6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Captura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26710D-4DDF-4C90-A9B1-EBFAEBC5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PRs, commits, revisões e evidências registradas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36338-9F72-41C1-A9B6-87A8C6B6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718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A7B3C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A7B3C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74ADF-93B1-42DC-A324-A1FC245A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05125"/>
            <a:ext cx="22669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152E7-E54E-4CE3-B59A-F76FAC9C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33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FFF20-3F44-4403-BA11-A4F69CF7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00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CEB2A-7F3B-4D64-A04D-F59A9D7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861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Análise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9AFB1-D9CA-443F-A740-27D5D69D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481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IA avalia nível, competências e justificativa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17DE7-DC15-41AA-8834-070F56AB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5718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A7B3C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A7B3C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5228C0-0B1F-4ACC-993D-F51911CC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22669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E62B84-D70F-44D9-994C-1768EB7C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26D08-E1EF-43C3-93B8-93C7F41E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200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4C182-EE59-4FB2-AD13-1D6C8F83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861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Painel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40A90-EEB1-49FD-93E1-1A7D3345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481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Histórico filtrável de evidências e progresso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1400B5-0071-4A95-B61D-605BCFD8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71875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A7B3C2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A7B3C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BBF9B-D5E3-4BAD-8F69-C7CEB54F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05125"/>
            <a:ext cx="22669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8D1147-49D0-4AFB-A37E-0E33D4DD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33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A4B"/>
          </a:solidFill>
          <a:ln xmlns:a="http://schemas.openxmlformats.org/drawingml/2006/main" w="0">
            <a:solidFill>
              <a:srgbClr val="F26A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5244E-6129-4E99-AA99-B5B8D8A2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2004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556E1-15F3-491B-9E4C-8B99F7F9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861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Conversa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351FF7-BC00-4C8F-A255-588384B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Base objetiva para feedback e promoção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A671C8-E2E1-405B-8D64-F3B2180D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90A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090A0"/>
                </a:solidFill>
                <a:latin typeface="Aptos"/>
                <a:ea typeface="Aptos"/>
                <a:cs typeface="Aptos"/>
              </a:rPr>
              <a:t>Promova · Pitch de 5 minutos · 4/8</a:t>
            </a:r>
          </a:p>
        </p:txBody>
      </p:sp>
    </p:spTree>
    <p:extLst>
      <p:ext uri="{BB962C8B-B14F-4D97-AF65-F5344CB8AC3E}">
        <p14:creationId xmlns:p14="http://schemas.microsoft.com/office/powerpoint/2010/main" val="4428196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3325A6-1C09-4313-99A1-5D1AC3A5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B09A-DA43-42DC-973C-E3FFE92C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O MVP já demonstra o ciclo completo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1AB24-F495-42DA-A01C-A9C62823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O protótipo conecta evidências, análise e visualização em painel.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79896-6F9C-4822-859D-2BB03F91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50292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74F5C-277B-4670-B6CD-8347EEAA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Evidência importada do GitHub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F882B-61B2-4504-8169-12A94EEF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Refatorou módulo crítico, aumentou cobertura de testes e revisou PRs do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10BCA-939B-498A-A770-5D519B67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48125"/>
            <a:ext cx="152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BEE9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B339E0-1F9D-4041-8B45-9F7039C7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Impacto L4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59C29-F744-4398-9391-D2C00F7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48125"/>
            <a:ext cx="19621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D9D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73940-F36D-4929-B13A-020EBEC7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91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BD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5BD0"/>
                </a:solidFill>
                <a:latin typeface="Aptos"/>
                <a:ea typeface="Aptos"/>
                <a:cs typeface="Aptos"/>
              </a:rPr>
              <a:t>Confiança média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734B1-0C2E-4165-8C11-C971800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387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Sugestão: incluir métrica de resultado e contribuição específica.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B40F7F-FA8A-47AD-B125-D79A9334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57450"/>
            <a:ext cx="50292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6FF2E-338B-4674-B65C-C09928E9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Painel de evolução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F74ED-E7CC-4B17-97F8-DE40E2B5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Code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7090F-BC00-4F68-93B9-3DB7298D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A0C58-34D7-4C21-BBB3-AE7AAE95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30003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00A896"/>
          </a:solidFill>
          <a:ln xmlns:a="http://schemas.openxmlformats.org/drawingml/2006/main" w="0">
            <a:solidFill>
              <a:srgbClr val="00A8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407D5-FEAE-46DA-9554-B7681419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9267C-33D7-44E1-9C75-C3778B6C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682E4-38DB-412E-85DF-F8F4E5FD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3336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AAD46-E492-4A94-AA3F-3DA5D539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72B217-8F76-4893-BADB-72F82833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27241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0">
            <a:solidFill>
              <a:srgbClr val="EDF2F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E5B57-6127-4C35-939F-26F1A67E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33900"/>
            <a:ext cx="15240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26A4B"/>
          </a:solidFill>
          <a:ln xmlns:a="http://schemas.openxmlformats.org/drawingml/2006/main" w="0">
            <a:solidFill>
              <a:srgbClr val="F26A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AB8C1E-603B-4831-A9A2-7A05A5E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Visão por período, fonte e colaborador para apoiar conversas recorrentes.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9C414-B43D-4F15-95F2-D8F08B92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90A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090A0"/>
                </a:solidFill>
                <a:latin typeface="Aptos"/>
                <a:ea typeface="Aptos"/>
                <a:cs typeface="Aptos"/>
              </a:rPr>
              <a:t>Promova · Pitch de 5 minutos · 5/8</a:t>
            </a:r>
          </a:p>
        </p:txBody>
      </p:sp>
    </p:spTree>
    <p:extLst>
      <p:ext uri="{BB962C8B-B14F-4D97-AF65-F5344CB8AC3E}">
        <p14:creationId xmlns:p14="http://schemas.microsoft.com/office/powerpoint/2010/main" val="4996728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7FDCF6-8FEE-4DC7-9C6E-FEFCD990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VALOR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B5464-8E09-4912-937A-4A49042E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O Promova melhora a conversa para todos os lados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4AC43-548A-4480-A673-FCD5ABEF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 solução não é apenas um repositório; ela muda a qualidade do processo de evolução.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AB49B-FCEA-47CB-91FA-B2761C94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7F4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24CDF-39E8-484B-AAB2-4E487CB2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0">
            <a:solidFill>
              <a:srgbClr val="00A8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8D6B0-57FD-4ACE-9613-90A3223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Engenheiros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B9B96-2D16-4811-9969-FE03B5CF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Acompanham evidências, entendem lacunas e chegam mais preparados para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37F469-1E04-4C0D-AE1B-46925555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05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B98C9-33F0-4559-95CA-FE22BCC3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05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4B"/>
          </a:solidFill>
          <a:ln xmlns:a="http://schemas.openxmlformats.org/drawingml/2006/main" w="0">
            <a:solidFill>
              <a:srgbClr val="F26A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7476D-26F4-4AFC-B88E-F27D0407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914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Gestores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5D7D92-BBBB-4192-A219-F810428D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956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Reduzem esforço de coleta e defendem decisões com exemplos objetivos.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78A14F-ADE1-4667-B5CE-97E7E787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3333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D8797-BCE6-48A4-B80F-2C057D4E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051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solidFill>
              <a:srgbClr val="6D5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65BF8-1B81-47C1-B28A-9077D81C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Empresa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278E3-0822-4E1C-86E6-4351AB59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956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Ganha consistência, transparência e menor risco de decisões enviesadas.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2108E-FFF3-4DA2-A7FD-0A69C2FD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918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Diferencial: evidência contínua + framework explícito + IA como apoio, não como decisão automática.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99A637-BD4A-42D7-8D3E-197753F3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90A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090A0"/>
                </a:solidFill>
                <a:latin typeface="Aptos"/>
                <a:ea typeface="Aptos"/>
                <a:cs typeface="Aptos"/>
              </a:rPr>
              <a:t>Promova · Pitch de 5 minutos · 6/8</a:t>
            </a:r>
          </a:p>
        </p:txBody>
      </p:sp>
    </p:spTree>
    <p:extLst>
      <p:ext uri="{BB962C8B-B14F-4D97-AF65-F5344CB8AC3E}">
        <p14:creationId xmlns:p14="http://schemas.microsoft.com/office/powerpoint/2010/main" val="10709850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00268C-2903-4A51-AA8A-66C97572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NEGÓCIO E EVOLUÇÃO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892E9-EA0B-4038-A71B-3A96F7C8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096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4213D"/>
                </a:solidFill>
                <a:latin typeface="Aptos Display"/>
                <a:ea typeface="Aptos Display"/>
                <a:cs typeface="Aptos Display"/>
              </a:rPr>
              <a:t>Começamos com um nicho claro: times de tecnologia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6E3FC-D84F-439C-B1DC-EEC6481EC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 hipótese comercial é B2B SaaS para squads e empresas que precisam padronizar carreira técnica.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72CFC-7556-43D8-A5AC-E01AB0A2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3200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B1A5A-01CE-4736-BA52-79F69609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Entrada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96841-192D-4FF9-BCFE-FBF3EAFF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Pilotos com squads de engenharia, começando por GitHub e framework de carreira.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D9288E-2ADC-4260-A9A8-4CAF8F53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3200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6CE3E-A2C4-4620-8E24-8B697D86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Monetização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2CE11-92C4-4600-AA55-F92A290D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194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Assinatura por usuário ou por time, com planos para liderança, RH e integrações.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5AC01-52FD-4183-86F2-CAEFD4E8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200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6EAEF-1C2B-449B-AE5B-49667BF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3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13D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5609F-1BBD-4889-A77D-53DA8091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C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C7B"/>
                </a:solidFill>
                <a:latin typeface="Aptos"/>
                <a:ea typeface="Aptos"/>
                <a:cs typeface="Aptos"/>
              </a:rPr>
              <a:t>Persistência, Jira, Slack, dashboards de time e métricas de evolução ao longo do tempo.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A5F4A-0AF5-4BBF-ABB2-E3B64F11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57800"/>
            <a:ext cx="822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O MVP valida fluxo e valor antes de escalar integrações.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CEEF6F-299D-485D-B6AE-D6BB8B8B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090A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090A0"/>
                </a:solidFill>
                <a:latin typeface="Aptos"/>
                <a:ea typeface="Aptos"/>
                <a:cs typeface="Aptos"/>
              </a:rPr>
              <a:t>Promova · Pitch de 5 minutos · 7/8</a:t>
            </a:r>
          </a:p>
        </p:txBody>
      </p:sp>
    </p:spTree>
    <p:extLst>
      <p:ext uri="{BB962C8B-B14F-4D97-AF65-F5344CB8AC3E}">
        <p14:creationId xmlns:p14="http://schemas.microsoft.com/office/powerpoint/2010/main" val="1560611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E43A12-AF70-465D-828A-250490D1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33C73-411E-4944-9823-70BD701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52F7E-D805-452F-9A81-93946B82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A89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896"/>
                </a:solidFill>
                <a:latin typeface="Aptos"/>
                <a:ea typeface="Aptos"/>
                <a:cs typeface="Aptos"/>
              </a:rPr>
              <a:t>Fechamento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86420-9419-423E-B679-36112F33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8382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Queremos transformar promoção em uma conversa com evidências, não em uma aposta de memória.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03C84-784D-4B9A-A95D-9F47B44F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DE7F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DE7F3"/>
                </a:solidFill>
                <a:latin typeface="Aptos"/>
                <a:ea typeface="Aptos"/>
                <a:cs typeface="Aptos"/>
              </a:rPr>
              <a:t>Próximo passo: validar o piloto com usuários reais, coletar feedback do fluxo e evoluir integrações com ferramentas do dia a dia.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73EED-E4ED-4C5F-906B-982F2935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381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0A896"/>
          </a:solidFill>
          <a:ln xmlns:a="http://schemas.openxmlformats.org/drawingml/2006/main" w="0">
            <a:solidFill>
              <a:srgbClr val="00A89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A0F04-5560-431C-B8E5-0F72F36B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481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Promova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D418F-7629-498E-B6C7-705DA48D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1510906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2026-06-20T20:11:22.3650000Z</dcterms:created>
  <dcterms:modified xsi:type="dcterms:W3CDTF">2026-06-20T20:11:22.3650000Z</dcterms:modified>
</coreProperties>
</file>